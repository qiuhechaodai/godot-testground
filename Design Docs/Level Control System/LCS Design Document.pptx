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2601DE-9F46-05AE-ED57-58499B4B644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CE47B0C-8D9E-205A-B409-DCCAEF1997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CE38A5-62E2-4A6D-2D2F-8110DA782CBF}"/>
              </a:ext>
            </a:extLst>
          </p:cNvPr>
          <p:cNvSpPr>
            <a:spLocks noGrp="1"/>
          </p:cNvSpPr>
          <p:nvPr>
            <p:ph type="dt" sz="half" idx="10"/>
          </p:nvPr>
        </p:nvSpPr>
        <p:spPr/>
        <p:txBody>
          <a:bodyPr/>
          <a:lstStyle/>
          <a:p>
            <a:fld id="{268CA784-1712-40D5-B824-0B86166C7076}" type="datetimeFigureOut">
              <a:rPr lang="zh-CN" altLang="en-US" smtClean="0"/>
              <a:t>2025/9/19</a:t>
            </a:fld>
            <a:endParaRPr lang="zh-CN" altLang="en-US"/>
          </a:p>
        </p:txBody>
      </p:sp>
      <p:sp>
        <p:nvSpPr>
          <p:cNvPr id="5" name="页脚占位符 4">
            <a:extLst>
              <a:ext uri="{FF2B5EF4-FFF2-40B4-BE49-F238E27FC236}">
                <a16:creationId xmlns:a16="http://schemas.microsoft.com/office/drawing/2014/main" id="{4C5FAB26-5200-1788-A920-6896124EB73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CDBAB6-EEE5-CDD2-4D16-5EA600612F50}"/>
              </a:ext>
            </a:extLst>
          </p:cNvPr>
          <p:cNvSpPr>
            <a:spLocks noGrp="1"/>
          </p:cNvSpPr>
          <p:nvPr>
            <p:ph type="sldNum" sz="quarter" idx="12"/>
          </p:nvPr>
        </p:nvSpPr>
        <p:spPr/>
        <p:txBody>
          <a:bodyPr/>
          <a:lstStyle/>
          <a:p>
            <a:fld id="{EE23F513-096D-4DA1-98FB-B3CE05223428}" type="slidenum">
              <a:rPr lang="zh-CN" altLang="en-US" smtClean="0"/>
              <a:t>‹#›</a:t>
            </a:fld>
            <a:endParaRPr lang="zh-CN" altLang="en-US"/>
          </a:p>
        </p:txBody>
      </p:sp>
    </p:spTree>
    <p:extLst>
      <p:ext uri="{BB962C8B-B14F-4D97-AF65-F5344CB8AC3E}">
        <p14:creationId xmlns:p14="http://schemas.microsoft.com/office/powerpoint/2010/main" val="3825101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A42DFD-5160-8648-6380-CF47FA3F49A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46F02AD-BC88-2575-DACC-A8180E15FDC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6A1BACD-86F7-3AD5-36C5-6E3145A852DF}"/>
              </a:ext>
            </a:extLst>
          </p:cNvPr>
          <p:cNvSpPr>
            <a:spLocks noGrp="1"/>
          </p:cNvSpPr>
          <p:nvPr>
            <p:ph type="dt" sz="half" idx="10"/>
          </p:nvPr>
        </p:nvSpPr>
        <p:spPr/>
        <p:txBody>
          <a:bodyPr/>
          <a:lstStyle/>
          <a:p>
            <a:fld id="{268CA784-1712-40D5-B824-0B86166C7076}" type="datetimeFigureOut">
              <a:rPr lang="zh-CN" altLang="en-US" smtClean="0"/>
              <a:t>2025/9/19</a:t>
            </a:fld>
            <a:endParaRPr lang="zh-CN" altLang="en-US"/>
          </a:p>
        </p:txBody>
      </p:sp>
      <p:sp>
        <p:nvSpPr>
          <p:cNvPr id="5" name="页脚占位符 4">
            <a:extLst>
              <a:ext uri="{FF2B5EF4-FFF2-40B4-BE49-F238E27FC236}">
                <a16:creationId xmlns:a16="http://schemas.microsoft.com/office/drawing/2014/main" id="{27C71645-1DC0-3DD2-5EA9-07EC55744F4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547E85-4741-C1BA-A0D8-3C775C2141A7}"/>
              </a:ext>
            </a:extLst>
          </p:cNvPr>
          <p:cNvSpPr>
            <a:spLocks noGrp="1"/>
          </p:cNvSpPr>
          <p:nvPr>
            <p:ph type="sldNum" sz="quarter" idx="12"/>
          </p:nvPr>
        </p:nvSpPr>
        <p:spPr/>
        <p:txBody>
          <a:bodyPr/>
          <a:lstStyle/>
          <a:p>
            <a:fld id="{EE23F513-096D-4DA1-98FB-B3CE05223428}" type="slidenum">
              <a:rPr lang="zh-CN" altLang="en-US" smtClean="0"/>
              <a:t>‹#›</a:t>
            </a:fld>
            <a:endParaRPr lang="zh-CN" altLang="en-US"/>
          </a:p>
        </p:txBody>
      </p:sp>
    </p:spTree>
    <p:extLst>
      <p:ext uri="{BB962C8B-B14F-4D97-AF65-F5344CB8AC3E}">
        <p14:creationId xmlns:p14="http://schemas.microsoft.com/office/powerpoint/2010/main" val="2375131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45ACC7-9229-27DA-E934-4F7E92F05AA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B087BA3-8C03-172A-BFA0-C1CD1EE2AB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A823EC9-22D9-CFFA-AF6A-072035B19342}"/>
              </a:ext>
            </a:extLst>
          </p:cNvPr>
          <p:cNvSpPr>
            <a:spLocks noGrp="1"/>
          </p:cNvSpPr>
          <p:nvPr>
            <p:ph type="dt" sz="half" idx="10"/>
          </p:nvPr>
        </p:nvSpPr>
        <p:spPr/>
        <p:txBody>
          <a:bodyPr/>
          <a:lstStyle/>
          <a:p>
            <a:fld id="{268CA784-1712-40D5-B824-0B86166C7076}" type="datetimeFigureOut">
              <a:rPr lang="zh-CN" altLang="en-US" smtClean="0"/>
              <a:t>2025/9/19</a:t>
            </a:fld>
            <a:endParaRPr lang="zh-CN" altLang="en-US"/>
          </a:p>
        </p:txBody>
      </p:sp>
      <p:sp>
        <p:nvSpPr>
          <p:cNvPr id="5" name="页脚占位符 4">
            <a:extLst>
              <a:ext uri="{FF2B5EF4-FFF2-40B4-BE49-F238E27FC236}">
                <a16:creationId xmlns:a16="http://schemas.microsoft.com/office/drawing/2014/main" id="{1D65A415-2F77-E8DC-5C08-C32A2099C89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A53D4A-FA78-7385-A7CD-2A7CD92D8760}"/>
              </a:ext>
            </a:extLst>
          </p:cNvPr>
          <p:cNvSpPr>
            <a:spLocks noGrp="1"/>
          </p:cNvSpPr>
          <p:nvPr>
            <p:ph type="sldNum" sz="quarter" idx="12"/>
          </p:nvPr>
        </p:nvSpPr>
        <p:spPr/>
        <p:txBody>
          <a:bodyPr/>
          <a:lstStyle/>
          <a:p>
            <a:fld id="{EE23F513-096D-4DA1-98FB-B3CE05223428}" type="slidenum">
              <a:rPr lang="zh-CN" altLang="en-US" smtClean="0"/>
              <a:t>‹#›</a:t>
            </a:fld>
            <a:endParaRPr lang="zh-CN" altLang="en-US"/>
          </a:p>
        </p:txBody>
      </p:sp>
    </p:spTree>
    <p:extLst>
      <p:ext uri="{BB962C8B-B14F-4D97-AF65-F5344CB8AC3E}">
        <p14:creationId xmlns:p14="http://schemas.microsoft.com/office/powerpoint/2010/main" val="4175060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30F744-D578-27EF-C379-555FDB0A69F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DA4655C-F116-C77D-50E8-5E06272B776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B737CCE-22C7-DEC6-B99A-8723FB05FC7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B31CA6C-4682-63C2-287C-8D144F5748C7}"/>
              </a:ext>
            </a:extLst>
          </p:cNvPr>
          <p:cNvSpPr>
            <a:spLocks noGrp="1"/>
          </p:cNvSpPr>
          <p:nvPr>
            <p:ph type="dt" sz="half" idx="10"/>
          </p:nvPr>
        </p:nvSpPr>
        <p:spPr/>
        <p:txBody>
          <a:bodyPr/>
          <a:lstStyle/>
          <a:p>
            <a:fld id="{268CA784-1712-40D5-B824-0B86166C7076}" type="datetimeFigureOut">
              <a:rPr lang="zh-CN" altLang="en-US" smtClean="0"/>
              <a:t>2025/9/19</a:t>
            </a:fld>
            <a:endParaRPr lang="zh-CN" altLang="en-US"/>
          </a:p>
        </p:txBody>
      </p:sp>
      <p:sp>
        <p:nvSpPr>
          <p:cNvPr id="6" name="页脚占位符 5">
            <a:extLst>
              <a:ext uri="{FF2B5EF4-FFF2-40B4-BE49-F238E27FC236}">
                <a16:creationId xmlns:a16="http://schemas.microsoft.com/office/drawing/2014/main" id="{0F821066-B317-7E97-B9B0-63498C2E94C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9FF9E3F-878F-9A89-796F-46C199B52935}"/>
              </a:ext>
            </a:extLst>
          </p:cNvPr>
          <p:cNvSpPr>
            <a:spLocks noGrp="1"/>
          </p:cNvSpPr>
          <p:nvPr>
            <p:ph type="sldNum" sz="quarter" idx="12"/>
          </p:nvPr>
        </p:nvSpPr>
        <p:spPr/>
        <p:txBody>
          <a:bodyPr/>
          <a:lstStyle/>
          <a:p>
            <a:fld id="{EE23F513-096D-4DA1-98FB-B3CE05223428}" type="slidenum">
              <a:rPr lang="zh-CN" altLang="en-US" smtClean="0"/>
              <a:t>‹#›</a:t>
            </a:fld>
            <a:endParaRPr lang="zh-CN" altLang="en-US"/>
          </a:p>
        </p:txBody>
      </p:sp>
    </p:spTree>
    <p:extLst>
      <p:ext uri="{BB962C8B-B14F-4D97-AF65-F5344CB8AC3E}">
        <p14:creationId xmlns:p14="http://schemas.microsoft.com/office/powerpoint/2010/main" val="1311599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3D4E7D-51DF-83B0-DE9F-7481C1C66B7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7485F2F-CB6B-798F-4257-1FB3DD246A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D531195-F482-8512-721F-369F5876570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3380615-AF53-1C70-56E8-CBC4EE97FA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9FC40A0-2968-4E69-33A8-C0F3F6A8CCC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A56F1CD-9FE1-A79E-7D7D-FEA5D1CE129A}"/>
              </a:ext>
            </a:extLst>
          </p:cNvPr>
          <p:cNvSpPr>
            <a:spLocks noGrp="1"/>
          </p:cNvSpPr>
          <p:nvPr>
            <p:ph type="dt" sz="half" idx="10"/>
          </p:nvPr>
        </p:nvSpPr>
        <p:spPr/>
        <p:txBody>
          <a:bodyPr/>
          <a:lstStyle/>
          <a:p>
            <a:fld id="{268CA784-1712-40D5-B824-0B86166C7076}" type="datetimeFigureOut">
              <a:rPr lang="zh-CN" altLang="en-US" smtClean="0"/>
              <a:t>2025/9/19</a:t>
            </a:fld>
            <a:endParaRPr lang="zh-CN" altLang="en-US"/>
          </a:p>
        </p:txBody>
      </p:sp>
      <p:sp>
        <p:nvSpPr>
          <p:cNvPr id="8" name="页脚占位符 7">
            <a:extLst>
              <a:ext uri="{FF2B5EF4-FFF2-40B4-BE49-F238E27FC236}">
                <a16:creationId xmlns:a16="http://schemas.microsoft.com/office/drawing/2014/main" id="{32BBA666-59C6-5955-1D4D-1B9D3A7AC0E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F9EBBDD-CA9E-527E-4F3E-AD9F97858D10}"/>
              </a:ext>
            </a:extLst>
          </p:cNvPr>
          <p:cNvSpPr>
            <a:spLocks noGrp="1"/>
          </p:cNvSpPr>
          <p:nvPr>
            <p:ph type="sldNum" sz="quarter" idx="12"/>
          </p:nvPr>
        </p:nvSpPr>
        <p:spPr/>
        <p:txBody>
          <a:bodyPr/>
          <a:lstStyle/>
          <a:p>
            <a:fld id="{EE23F513-096D-4DA1-98FB-B3CE05223428}" type="slidenum">
              <a:rPr lang="zh-CN" altLang="en-US" smtClean="0"/>
              <a:t>‹#›</a:t>
            </a:fld>
            <a:endParaRPr lang="zh-CN" altLang="en-US"/>
          </a:p>
        </p:txBody>
      </p:sp>
    </p:spTree>
    <p:extLst>
      <p:ext uri="{BB962C8B-B14F-4D97-AF65-F5344CB8AC3E}">
        <p14:creationId xmlns:p14="http://schemas.microsoft.com/office/powerpoint/2010/main" val="825178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459B6E-53A1-28B2-EB1E-2F41F75CC68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3059169-0964-80E1-A38F-C1D5B257A39A}"/>
              </a:ext>
            </a:extLst>
          </p:cNvPr>
          <p:cNvSpPr>
            <a:spLocks noGrp="1"/>
          </p:cNvSpPr>
          <p:nvPr>
            <p:ph type="dt" sz="half" idx="10"/>
          </p:nvPr>
        </p:nvSpPr>
        <p:spPr/>
        <p:txBody>
          <a:bodyPr/>
          <a:lstStyle/>
          <a:p>
            <a:fld id="{268CA784-1712-40D5-B824-0B86166C7076}" type="datetimeFigureOut">
              <a:rPr lang="zh-CN" altLang="en-US" smtClean="0"/>
              <a:t>2025/9/19</a:t>
            </a:fld>
            <a:endParaRPr lang="zh-CN" altLang="en-US"/>
          </a:p>
        </p:txBody>
      </p:sp>
      <p:sp>
        <p:nvSpPr>
          <p:cNvPr id="4" name="页脚占位符 3">
            <a:extLst>
              <a:ext uri="{FF2B5EF4-FFF2-40B4-BE49-F238E27FC236}">
                <a16:creationId xmlns:a16="http://schemas.microsoft.com/office/drawing/2014/main" id="{86059B5A-0007-3BC1-742C-909893C0B1C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A8185BB-8947-FA94-182D-7C556CDFC99C}"/>
              </a:ext>
            </a:extLst>
          </p:cNvPr>
          <p:cNvSpPr>
            <a:spLocks noGrp="1"/>
          </p:cNvSpPr>
          <p:nvPr>
            <p:ph type="sldNum" sz="quarter" idx="12"/>
          </p:nvPr>
        </p:nvSpPr>
        <p:spPr/>
        <p:txBody>
          <a:bodyPr/>
          <a:lstStyle/>
          <a:p>
            <a:fld id="{EE23F513-096D-4DA1-98FB-B3CE05223428}" type="slidenum">
              <a:rPr lang="zh-CN" altLang="en-US" smtClean="0"/>
              <a:t>‹#›</a:t>
            </a:fld>
            <a:endParaRPr lang="zh-CN" altLang="en-US"/>
          </a:p>
        </p:txBody>
      </p:sp>
    </p:spTree>
    <p:extLst>
      <p:ext uri="{BB962C8B-B14F-4D97-AF65-F5344CB8AC3E}">
        <p14:creationId xmlns:p14="http://schemas.microsoft.com/office/powerpoint/2010/main" val="3807327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E9CCD08-F68C-F5A6-7CF4-5CC37975293A}"/>
              </a:ext>
            </a:extLst>
          </p:cNvPr>
          <p:cNvSpPr>
            <a:spLocks noGrp="1"/>
          </p:cNvSpPr>
          <p:nvPr>
            <p:ph type="dt" sz="half" idx="10"/>
          </p:nvPr>
        </p:nvSpPr>
        <p:spPr/>
        <p:txBody>
          <a:bodyPr/>
          <a:lstStyle/>
          <a:p>
            <a:fld id="{268CA784-1712-40D5-B824-0B86166C7076}" type="datetimeFigureOut">
              <a:rPr lang="zh-CN" altLang="en-US" smtClean="0"/>
              <a:t>2025/9/19</a:t>
            </a:fld>
            <a:endParaRPr lang="zh-CN" altLang="en-US"/>
          </a:p>
        </p:txBody>
      </p:sp>
      <p:sp>
        <p:nvSpPr>
          <p:cNvPr id="3" name="页脚占位符 2">
            <a:extLst>
              <a:ext uri="{FF2B5EF4-FFF2-40B4-BE49-F238E27FC236}">
                <a16:creationId xmlns:a16="http://schemas.microsoft.com/office/drawing/2014/main" id="{9AC754BA-C753-F220-6BD0-FF6E6A9695D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40F4CAF-D488-4888-67E8-E148A41E6B54}"/>
              </a:ext>
            </a:extLst>
          </p:cNvPr>
          <p:cNvSpPr>
            <a:spLocks noGrp="1"/>
          </p:cNvSpPr>
          <p:nvPr>
            <p:ph type="sldNum" sz="quarter" idx="12"/>
          </p:nvPr>
        </p:nvSpPr>
        <p:spPr/>
        <p:txBody>
          <a:bodyPr/>
          <a:lstStyle/>
          <a:p>
            <a:fld id="{EE23F513-096D-4DA1-98FB-B3CE05223428}" type="slidenum">
              <a:rPr lang="zh-CN" altLang="en-US" smtClean="0"/>
              <a:t>‹#›</a:t>
            </a:fld>
            <a:endParaRPr lang="zh-CN" altLang="en-US"/>
          </a:p>
        </p:txBody>
      </p:sp>
    </p:spTree>
    <p:extLst>
      <p:ext uri="{BB962C8B-B14F-4D97-AF65-F5344CB8AC3E}">
        <p14:creationId xmlns:p14="http://schemas.microsoft.com/office/powerpoint/2010/main" val="1558122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04D4DA-7466-635F-7DD7-6F9A68AFF06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BBBC2B1-1CF0-E12A-020C-249EAA48E8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99DD730-7C65-A83E-EDAA-810437F4F1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11261A0-90BF-FA81-310C-CAC08B660472}"/>
              </a:ext>
            </a:extLst>
          </p:cNvPr>
          <p:cNvSpPr>
            <a:spLocks noGrp="1"/>
          </p:cNvSpPr>
          <p:nvPr>
            <p:ph type="dt" sz="half" idx="10"/>
          </p:nvPr>
        </p:nvSpPr>
        <p:spPr/>
        <p:txBody>
          <a:bodyPr/>
          <a:lstStyle/>
          <a:p>
            <a:fld id="{268CA784-1712-40D5-B824-0B86166C7076}" type="datetimeFigureOut">
              <a:rPr lang="zh-CN" altLang="en-US" smtClean="0"/>
              <a:t>2025/9/19</a:t>
            </a:fld>
            <a:endParaRPr lang="zh-CN" altLang="en-US"/>
          </a:p>
        </p:txBody>
      </p:sp>
      <p:sp>
        <p:nvSpPr>
          <p:cNvPr id="6" name="页脚占位符 5">
            <a:extLst>
              <a:ext uri="{FF2B5EF4-FFF2-40B4-BE49-F238E27FC236}">
                <a16:creationId xmlns:a16="http://schemas.microsoft.com/office/drawing/2014/main" id="{4851BDD5-AF57-C88C-D584-336DEDFA18D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A535D4C-C63D-1B56-912C-837D2FB88770}"/>
              </a:ext>
            </a:extLst>
          </p:cNvPr>
          <p:cNvSpPr>
            <a:spLocks noGrp="1"/>
          </p:cNvSpPr>
          <p:nvPr>
            <p:ph type="sldNum" sz="quarter" idx="12"/>
          </p:nvPr>
        </p:nvSpPr>
        <p:spPr/>
        <p:txBody>
          <a:bodyPr/>
          <a:lstStyle/>
          <a:p>
            <a:fld id="{EE23F513-096D-4DA1-98FB-B3CE05223428}" type="slidenum">
              <a:rPr lang="zh-CN" altLang="en-US" smtClean="0"/>
              <a:t>‹#›</a:t>
            </a:fld>
            <a:endParaRPr lang="zh-CN" altLang="en-US"/>
          </a:p>
        </p:txBody>
      </p:sp>
    </p:spTree>
    <p:extLst>
      <p:ext uri="{BB962C8B-B14F-4D97-AF65-F5344CB8AC3E}">
        <p14:creationId xmlns:p14="http://schemas.microsoft.com/office/powerpoint/2010/main" val="2364332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404213-A433-A432-19D9-A5FF65A225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595AFF4-9B73-B76E-7534-A9A1E10CF6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647E405-35C1-4C5A-2668-3E4520B09E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62281C8-474D-37F2-0E10-6B4BA63DDA0C}"/>
              </a:ext>
            </a:extLst>
          </p:cNvPr>
          <p:cNvSpPr>
            <a:spLocks noGrp="1"/>
          </p:cNvSpPr>
          <p:nvPr>
            <p:ph type="dt" sz="half" idx="10"/>
          </p:nvPr>
        </p:nvSpPr>
        <p:spPr/>
        <p:txBody>
          <a:bodyPr/>
          <a:lstStyle/>
          <a:p>
            <a:fld id="{268CA784-1712-40D5-B824-0B86166C7076}" type="datetimeFigureOut">
              <a:rPr lang="zh-CN" altLang="en-US" smtClean="0"/>
              <a:t>2025/9/19</a:t>
            </a:fld>
            <a:endParaRPr lang="zh-CN" altLang="en-US"/>
          </a:p>
        </p:txBody>
      </p:sp>
      <p:sp>
        <p:nvSpPr>
          <p:cNvPr id="6" name="页脚占位符 5">
            <a:extLst>
              <a:ext uri="{FF2B5EF4-FFF2-40B4-BE49-F238E27FC236}">
                <a16:creationId xmlns:a16="http://schemas.microsoft.com/office/drawing/2014/main" id="{616EBE97-8C29-C0F0-5D18-9F7E341051C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452C7E1-0E51-037C-030B-36601C574548}"/>
              </a:ext>
            </a:extLst>
          </p:cNvPr>
          <p:cNvSpPr>
            <a:spLocks noGrp="1"/>
          </p:cNvSpPr>
          <p:nvPr>
            <p:ph type="sldNum" sz="quarter" idx="12"/>
          </p:nvPr>
        </p:nvSpPr>
        <p:spPr/>
        <p:txBody>
          <a:bodyPr/>
          <a:lstStyle/>
          <a:p>
            <a:fld id="{EE23F513-096D-4DA1-98FB-B3CE05223428}" type="slidenum">
              <a:rPr lang="zh-CN" altLang="en-US" smtClean="0"/>
              <a:t>‹#›</a:t>
            </a:fld>
            <a:endParaRPr lang="zh-CN" altLang="en-US"/>
          </a:p>
        </p:txBody>
      </p:sp>
    </p:spTree>
    <p:extLst>
      <p:ext uri="{BB962C8B-B14F-4D97-AF65-F5344CB8AC3E}">
        <p14:creationId xmlns:p14="http://schemas.microsoft.com/office/powerpoint/2010/main" val="609916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50A49A-ECE7-59FB-2925-CCFE579DC74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AEB9CDE-FDDB-5D96-2512-EC9075FE2C8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EE58E5C-F642-8048-11AE-7774A34DC7ED}"/>
              </a:ext>
            </a:extLst>
          </p:cNvPr>
          <p:cNvSpPr>
            <a:spLocks noGrp="1"/>
          </p:cNvSpPr>
          <p:nvPr>
            <p:ph type="dt" sz="half" idx="10"/>
          </p:nvPr>
        </p:nvSpPr>
        <p:spPr/>
        <p:txBody>
          <a:bodyPr/>
          <a:lstStyle/>
          <a:p>
            <a:fld id="{268CA784-1712-40D5-B824-0B86166C7076}" type="datetimeFigureOut">
              <a:rPr lang="zh-CN" altLang="en-US" smtClean="0"/>
              <a:t>2025/9/19</a:t>
            </a:fld>
            <a:endParaRPr lang="zh-CN" altLang="en-US"/>
          </a:p>
        </p:txBody>
      </p:sp>
      <p:sp>
        <p:nvSpPr>
          <p:cNvPr id="5" name="页脚占位符 4">
            <a:extLst>
              <a:ext uri="{FF2B5EF4-FFF2-40B4-BE49-F238E27FC236}">
                <a16:creationId xmlns:a16="http://schemas.microsoft.com/office/drawing/2014/main" id="{AF6C7E45-CD83-0DB9-62D3-BDBB966B5D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12E5F8E-7C36-C162-8FB3-25FBA36AB4FB}"/>
              </a:ext>
            </a:extLst>
          </p:cNvPr>
          <p:cNvSpPr>
            <a:spLocks noGrp="1"/>
          </p:cNvSpPr>
          <p:nvPr>
            <p:ph type="sldNum" sz="quarter" idx="12"/>
          </p:nvPr>
        </p:nvSpPr>
        <p:spPr/>
        <p:txBody>
          <a:bodyPr/>
          <a:lstStyle/>
          <a:p>
            <a:fld id="{EE23F513-096D-4DA1-98FB-B3CE05223428}" type="slidenum">
              <a:rPr lang="zh-CN" altLang="en-US" smtClean="0"/>
              <a:t>‹#›</a:t>
            </a:fld>
            <a:endParaRPr lang="zh-CN" altLang="en-US"/>
          </a:p>
        </p:txBody>
      </p:sp>
    </p:spTree>
    <p:extLst>
      <p:ext uri="{BB962C8B-B14F-4D97-AF65-F5344CB8AC3E}">
        <p14:creationId xmlns:p14="http://schemas.microsoft.com/office/powerpoint/2010/main" val="1008796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7D554E9-2CAD-EC5A-7388-C8C1B224C23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6BA0A5B-B8C7-A7FD-8639-1BBD771C413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36E2F50-64DF-B0E7-EE05-CFEFF5638E2A}"/>
              </a:ext>
            </a:extLst>
          </p:cNvPr>
          <p:cNvSpPr>
            <a:spLocks noGrp="1"/>
          </p:cNvSpPr>
          <p:nvPr>
            <p:ph type="dt" sz="half" idx="10"/>
          </p:nvPr>
        </p:nvSpPr>
        <p:spPr/>
        <p:txBody>
          <a:bodyPr/>
          <a:lstStyle/>
          <a:p>
            <a:fld id="{268CA784-1712-40D5-B824-0B86166C7076}" type="datetimeFigureOut">
              <a:rPr lang="zh-CN" altLang="en-US" smtClean="0"/>
              <a:t>2025/9/19</a:t>
            </a:fld>
            <a:endParaRPr lang="zh-CN" altLang="en-US"/>
          </a:p>
        </p:txBody>
      </p:sp>
      <p:sp>
        <p:nvSpPr>
          <p:cNvPr id="5" name="页脚占位符 4">
            <a:extLst>
              <a:ext uri="{FF2B5EF4-FFF2-40B4-BE49-F238E27FC236}">
                <a16:creationId xmlns:a16="http://schemas.microsoft.com/office/drawing/2014/main" id="{C6EACA4B-6A72-0D1C-C9D1-82AD4881BF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80DDF74-5784-976A-FFAA-BA6C522351A9}"/>
              </a:ext>
            </a:extLst>
          </p:cNvPr>
          <p:cNvSpPr>
            <a:spLocks noGrp="1"/>
          </p:cNvSpPr>
          <p:nvPr>
            <p:ph type="sldNum" sz="quarter" idx="12"/>
          </p:nvPr>
        </p:nvSpPr>
        <p:spPr/>
        <p:txBody>
          <a:bodyPr/>
          <a:lstStyle/>
          <a:p>
            <a:fld id="{EE23F513-096D-4DA1-98FB-B3CE05223428}" type="slidenum">
              <a:rPr lang="zh-CN" altLang="en-US" smtClean="0"/>
              <a:t>‹#›</a:t>
            </a:fld>
            <a:endParaRPr lang="zh-CN" altLang="en-US"/>
          </a:p>
        </p:txBody>
      </p:sp>
    </p:spTree>
    <p:extLst>
      <p:ext uri="{BB962C8B-B14F-4D97-AF65-F5344CB8AC3E}">
        <p14:creationId xmlns:p14="http://schemas.microsoft.com/office/powerpoint/2010/main" val="2753304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9BA05A0-51F3-DC69-8277-2EAAFC426A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E2CF0AE-5A49-BC27-C5E2-AEACF7F56B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C68A4F-5249-ECD4-2325-CBFEBDD28D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8CA784-1712-40D5-B824-0B86166C7076}" type="datetimeFigureOut">
              <a:rPr lang="zh-CN" altLang="en-US" smtClean="0"/>
              <a:t>2025/9/19</a:t>
            </a:fld>
            <a:endParaRPr lang="zh-CN" altLang="en-US"/>
          </a:p>
        </p:txBody>
      </p:sp>
      <p:sp>
        <p:nvSpPr>
          <p:cNvPr id="5" name="页脚占位符 4">
            <a:extLst>
              <a:ext uri="{FF2B5EF4-FFF2-40B4-BE49-F238E27FC236}">
                <a16:creationId xmlns:a16="http://schemas.microsoft.com/office/drawing/2014/main" id="{654D9C29-ABB7-C04B-912F-EF108E6ACC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C3EC5423-14C7-0A26-D07E-6557B806FC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23F513-096D-4DA1-98FB-B3CE05223428}" type="slidenum">
              <a:rPr lang="zh-CN" altLang="en-US" smtClean="0"/>
              <a:t>‹#›</a:t>
            </a:fld>
            <a:endParaRPr lang="zh-CN" altLang="en-US"/>
          </a:p>
        </p:txBody>
      </p:sp>
    </p:spTree>
    <p:extLst>
      <p:ext uri="{BB962C8B-B14F-4D97-AF65-F5344CB8AC3E}">
        <p14:creationId xmlns:p14="http://schemas.microsoft.com/office/powerpoint/2010/main" val="24088286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表格&#10;&#10;AI 生成的内容可能不正确。">
            <a:extLst>
              <a:ext uri="{FF2B5EF4-FFF2-40B4-BE49-F238E27FC236}">
                <a16:creationId xmlns:a16="http://schemas.microsoft.com/office/drawing/2014/main" id="{26F42720-62C2-FB4A-6A9D-D79B53A71C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975482" cy="6858000"/>
          </a:xfrm>
          <a:prstGeom prst="rect">
            <a:avLst/>
          </a:prstGeom>
        </p:spPr>
      </p:pic>
      <p:sp>
        <p:nvSpPr>
          <p:cNvPr id="6" name="文本框 5">
            <a:extLst>
              <a:ext uri="{FF2B5EF4-FFF2-40B4-BE49-F238E27FC236}">
                <a16:creationId xmlns:a16="http://schemas.microsoft.com/office/drawing/2014/main" id="{9B77A11B-FD36-B364-68D7-E3AA01728425}"/>
              </a:ext>
            </a:extLst>
          </p:cNvPr>
          <p:cNvSpPr txBox="1"/>
          <p:nvPr/>
        </p:nvSpPr>
        <p:spPr>
          <a:xfrm>
            <a:off x="6096000" y="236314"/>
            <a:ext cx="5838458" cy="4278094"/>
          </a:xfrm>
          <a:prstGeom prst="rect">
            <a:avLst/>
          </a:prstGeom>
          <a:noFill/>
        </p:spPr>
        <p:txBody>
          <a:bodyPr wrap="none" rtlCol="0">
            <a:spAutoFit/>
          </a:bodyPr>
          <a:lstStyle/>
          <a:p>
            <a:r>
              <a:rPr lang="en-US" altLang="zh-CN" sz="3600" dirty="0">
                <a:latin typeface="Adobe Fan Heiti Std B" panose="020B0700000000000000" pitchFamily="34" charset="-128"/>
                <a:ea typeface="Adobe Fan Heiti Std B" panose="020B0700000000000000" pitchFamily="34" charset="-128"/>
              </a:rPr>
              <a:t>LEVEL-CONTROL SYSTEM,</a:t>
            </a:r>
          </a:p>
          <a:p>
            <a:r>
              <a:rPr lang="en-US" altLang="zh-CN" sz="3600" dirty="0">
                <a:latin typeface="Adobe Fan Heiti Std B" panose="020B0700000000000000" pitchFamily="34" charset="-128"/>
                <a:ea typeface="Adobe Fan Heiti Std B" panose="020B0700000000000000" pitchFamily="34" charset="-128"/>
              </a:rPr>
              <a:t>LCS</a:t>
            </a:r>
          </a:p>
          <a:p>
            <a:endParaRPr lang="en-US" altLang="zh-CN" sz="3600" dirty="0">
              <a:latin typeface="Adobe Fan Heiti Std B" panose="020B0700000000000000" pitchFamily="34" charset="-128"/>
              <a:ea typeface="Adobe Fan Heiti Std B" panose="020B0700000000000000" pitchFamily="34" charset="-128"/>
            </a:endParaRPr>
          </a:p>
          <a:p>
            <a:r>
              <a:rPr lang="en-US" altLang="zh-CN" sz="3200" dirty="0">
                <a:latin typeface="Adobe Fan Heiti Std B" panose="020B0700000000000000" pitchFamily="34" charset="-128"/>
                <a:ea typeface="Adobe Fan Heiti Std B" panose="020B0700000000000000" pitchFamily="34" charset="-128"/>
              </a:rPr>
              <a:t>A system for representing, </a:t>
            </a:r>
          </a:p>
          <a:p>
            <a:r>
              <a:rPr lang="en-US" altLang="zh-CN" sz="3200" dirty="0">
                <a:latin typeface="Adobe Fan Heiti Std B" panose="020B0700000000000000" pitchFamily="34" charset="-128"/>
                <a:ea typeface="Adobe Fan Heiti Std B" panose="020B0700000000000000" pitchFamily="34" charset="-128"/>
              </a:rPr>
              <a:t>loading, and managing levels</a:t>
            </a:r>
          </a:p>
          <a:p>
            <a:endParaRPr lang="en-US" altLang="zh-CN" sz="3200" dirty="0">
              <a:latin typeface="Adobe Fan Heiti Std B" panose="020B0700000000000000" pitchFamily="34" charset="-128"/>
              <a:ea typeface="Adobe Fan Heiti Std B" panose="020B0700000000000000" pitchFamily="34" charset="-128"/>
            </a:endParaRPr>
          </a:p>
          <a:p>
            <a:endParaRPr lang="en-US" altLang="zh-CN" sz="3200" dirty="0">
              <a:latin typeface="Adobe Fan Heiti Std B" panose="020B0700000000000000" pitchFamily="34" charset="-128"/>
              <a:ea typeface="Adobe Fan Heiti Std B" panose="020B0700000000000000" pitchFamily="34" charset="-128"/>
            </a:endParaRPr>
          </a:p>
          <a:p>
            <a:r>
              <a:rPr lang="en-US" altLang="zh-CN" dirty="0">
                <a:latin typeface="Adobe Fan Heiti Std B" panose="020B0700000000000000" pitchFamily="34" charset="-128"/>
                <a:ea typeface="Adobe Fan Heiti Std B" panose="020B0700000000000000" pitchFamily="34" charset="-128"/>
              </a:rPr>
              <a:t>Yes please read the picture on the left I know its small</a:t>
            </a:r>
          </a:p>
          <a:p>
            <a:r>
              <a:rPr lang="en-US" altLang="zh-CN" dirty="0">
                <a:latin typeface="Adobe Fan Heiti Std B" panose="020B0700000000000000" pitchFamily="34" charset="-128"/>
                <a:ea typeface="Adobe Fan Heiti Std B" panose="020B0700000000000000" pitchFamily="34" charset="-128"/>
              </a:rPr>
              <a:t>I will explain this on Sunday if this is not clear</a:t>
            </a:r>
            <a:endParaRPr lang="zh-CN" altLang="en-US" dirty="0">
              <a:latin typeface="Adobe Fan Heiti Std B" panose="020B0700000000000000" pitchFamily="34" charset="-128"/>
              <a:ea typeface="Adobe Fan Heiti Std B" panose="020B0700000000000000" pitchFamily="34" charset="-128"/>
            </a:endParaRPr>
          </a:p>
        </p:txBody>
      </p:sp>
    </p:spTree>
    <p:extLst>
      <p:ext uri="{BB962C8B-B14F-4D97-AF65-F5344CB8AC3E}">
        <p14:creationId xmlns:p14="http://schemas.microsoft.com/office/powerpoint/2010/main" val="770550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8AA62-E9D2-DDA7-8848-6BEBB55683A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BA29FB2-FCC2-37B4-0934-7864D092A65C}"/>
              </a:ext>
            </a:extLst>
          </p:cNvPr>
          <p:cNvSpPr>
            <a:spLocks noGrp="1"/>
          </p:cNvSpPr>
          <p:nvPr>
            <p:ph type="title"/>
          </p:nvPr>
        </p:nvSpPr>
        <p:spPr>
          <a:xfrm>
            <a:off x="838200" y="365126"/>
            <a:ext cx="10515600" cy="733382"/>
          </a:xfrm>
        </p:spPr>
        <p:txBody>
          <a:bodyPr/>
          <a:lstStyle/>
          <a:p>
            <a:r>
              <a:rPr lang="en-US" altLang="zh-CN" dirty="0"/>
              <a:t>The way LCS manages level sequence</a:t>
            </a:r>
            <a:endParaRPr lang="zh-CN" altLang="en-US" dirty="0"/>
          </a:p>
        </p:txBody>
      </p:sp>
      <p:sp>
        <p:nvSpPr>
          <p:cNvPr id="3" name="内容占位符 2">
            <a:extLst>
              <a:ext uri="{FF2B5EF4-FFF2-40B4-BE49-F238E27FC236}">
                <a16:creationId xmlns:a16="http://schemas.microsoft.com/office/drawing/2014/main" id="{A1EC21EE-D144-877F-8B94-E08C73458F5C}"/>
              </a:ext>
            </a:extLst>
          </p:cNvPr>
          <p:cNvSpPr>
            <a:spLocks noGrp="1"/>
          </p:cNvSpPr>
          <p:nvPr>
            <p:ph idx="1"/>
          </p:nvPr>
        </p:nvSpPr>
        <p:spPr>
          <a:xfrm>
            <a:off x="838200" y="1319436"/>
            <a:ext cx="10515600" cy="4857527"/>
          </a:xfrm>
        </p:spPr>
        <p:txBody>
          <a:bodyPr>
            <a:normAutofit/>
          </a:bodyPr>
          <a:lstStyle/>
          <a:p>
            <a:pPr marL="0" indent="0">
              <a:buNone/>
            </a:pPr>
            <a:r>
              <a:rPr lang="en-US" altLang="zh-CN" sz="2000" dirty="0" err="1"/>
              <a:t>GameSequence</a:t>
            </a:r>
            <a:r>
              <a:rPr lang="en-US" altLang="zh-CN" sz="2000" dirty="0"/>
              <a:t> holds a list of all the Levels, and each Level holds a list of its own Sublevels. Each Sublevel holds a list of the map scenes it will contain.</a:t>
            </a:r>
          </a:p>
          <a:p>
            <a:pPr marL="0" indent="0">
              <a:buNone/>
            </a:pPr>
            <a:endParaRPr lang="en-US" altLang="zh-CN" sz="2000" dirty="0"/>
          </a:p>
          <a:p>
            <a:pPr marL="0" indent="0">
              <a:buNone/>
            </a:pPr>
            <a:r>
              <a:rPr lang="en-US" altLang="zh-CN" sz="2000" dirty="0"/>
              <a:t>LCS does NOT hold a sequence of how Levels and Sublevels are arranged.</a:t>
            </a:r>
          </a:p>
          <a:p>
            <a:pPr marL="0" indent="0">
              <a:buNone/>
            </a:pPr>
            <a:r>
              <a:rPr lang="en-US" altLang="zh-CN" sz="2400" b="1" dirty="0"/>
              <a:t>Rather, each Level and Sublevel will have a list of which Levels/Sublevels they can proceed to. </a:t>
            </a:r>
            <a:endParaRPr lang="en-US" altLang="zh-CN" sz="2400" dirty="0"/>
          </a:p>
          <a:p>
            <a:pPr marL="0" indent="0">
              <a:buNone/>
            </a:pPr>
            <a:r>
              <a:rPr lang="en-US" altLang="zh-CN" sz="2000" dirty="0"/>
              <a:t>Within the game, for example, if player is going to enter a new Sublevel from a previous Sublevel through a portal, that portal should call on its parenting Sublevel to ask its Level node to load and instantiate the requested Sublevel into the node tree, and then enter that Sublevel.</a:t>
            </a:r>
          </a:p>
          <a:p>
            <a:pPr marL="0" indent="0">
              <a:buNone/>
            </a:pPr>
            <a:endParaRPr lang="en-US" altLang="zh-CN" sz="2000" dirty="0"/>
          </a:p>
          <a:p>
            <a:pPr marL="0" indent="0">
              <a:buNone/>
            </a:pPr>
            <a:r>
              <a:rPr lang="en-US" altLang="zh-CN" sz="2000" dirty="0"/>
              <a:t>This allows the Sublevels to be freely arranged instead of staying linear: players can return to previous Sublevels, have different Sublevels to go to in the same Sublevel, etc.</a:t>
            </a:r>
          </a:p>
        </p:txBody>
      </p:sp>
    </p:spTree>
    <p:extLst>
      <p:ext uri="{BB962C8B-B14F-4D97-AF65-F5344CB8AC3E}">
        <p14:creationId xmlns:p14="http://schemas.microsoft.com/office/powerpoint/2010/main" val="1359795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1C8DA4-1029-ADCC-1963-571A79A58A75}"/>
              </a:ext>
            </a:extLst>
          </p:cNvPr>
          <p:cNvSpPr>
            <a:spLocks noGrp="1"/>
          </p:cNvSpPr>
          <p:nvPr>
            <p:ph type="title"/>
          </p:nvPr>
        </p:nvSpPr>
        <p:spPr>
          <a:xfrm>
            <a:off x="838200" y="365126"/>
            <a:ext cx="10515600" cy="733382"/>
          </a:xfrm>
        </p:spPr>
        <p:txBody>
          <a:bodyPr/>
          <a:lstStyle/>
          <a:p>
            <a:r>
              <a:rPr lang="en-US" altLang="zh-CN" dirty="0"/>
              <a:t>How does LCS load itself?</a:t>
            </a:r>
            <a:endParaRPr lang="zh-CN" altLang="en-US" dirty="0"/>
          </a:p>
        </p:txBody>
      </p:sp>
      <p:sp>
        <p:nvSpPr>
          <p:cNvPr id="3" name="内容占位符 2">
            <a:extLst>
              <a:ext uri="{FF2B5EF4-FFF2-40B4-BE49-F238E27FC236}">
                <a16:creationId xmlns:a16="http://schemas.microsoft.com/office/drawing/2014/main" id="{368121C8-2A89-C8AA-C2BD-5E2C4E5D392A}"/>
              </a:ext>
            </a:extLst>
          </p:cNvPr>
          <p:cNvSpPr>
            <a:spLocks noGrp="1"/>
          </p:cNvSpPr>
          <p:nvPr>
            <p:ph idx="1"/>
          </p:nvPr>
        </p:nvSpPr>
        <p:spPr>
          <a:xfrm>
            <a:off x="838200" y="1319436"/>
            <a:ext cx="10515600" cy="4857527"/>
          </a:xfrm>
        </p:spPr>
        <p:txBody>
          <a:bodyPr>
            <a:normAutofit/>
          </a:bodyPr>
          <a:lstStyle/>
          <a:p>
            <a:pPr marL="0" indent="0">
              <a:buNone/>
            </a:pPr>
            <a:r>
              <a:rPr lang="en-US" altLang="zh-CN" sz="2000" dirty="0"/>
              <a:t>1: Game begins, </a:t>
            </a:r>
            <a:r>
              <a:rPr lang="en-US" altLang="zh-CN" sz="2000" dirty="0" err="1"/>
              <a:t>GameSequence</a:t>
            </a:r>
            <a:r>
              <a:rPr lang="en-US" altLang="zh-CN" sz="2000" dirty="0"/>
              <a:t> node is instantiated.</a:t>
            </a:r>
          </a:p>
          <a:p>
            <a:pPr marL="0" indent="0">
              <a:buNone/>
            </a:pPr>
            <a:r>
              <a:rPr lang="en-US" altLang="zh-CN" sz="2000" dirty="0"/>
              <a:t>    gets a list of all the Levels (by name) at res://LCS/GameSequence.lcssave</a:t>
            </a:r>
          </a:p>
          <a:p>
            <a:pPr marL="0" indent="0">
              <a:buNone/>
            </a:pPr>
            <a:endParaRPr lang="en-US" altLang="zh-CN" sz="2000" dirty="0"/>
          </a:p>
          <a:p>
            <a:pPr marL="0" indent="0">
              <a:buNone/>
            </a:pPr>
            <a:r>
              <a:rPr lang="en-US" altLang="zh-CN" sz="2000" dirty="0"/>
              <a:t>2: When a Level is requested, </a:t>
            </a:r>
            <a:r>
              <a:rPr lang="en-US" altLang="zh-CN" sz="2000" dirty="0" err="1"/>
              <a:t>GameSequence</a:t>
            </a:r>
            <a:r>
              <a:rPr lang="en-US" altLang="zh-CN" sz="2000" dirty="0"/>
              <a:t> uses its list to instantiate the corresponding Level node by first loading the data from res://LCS/Levels/&lt;levelname&gt;.lvsave and then instantiating the Level node as its child node. Any previous Level nodes will also be removed.</a:t>
            </a:r>
          </a:p>
          <a:p>
            <a:pPr marL="0" indent="0">
              <a:buNone/>
            </a:pPr>
            <a:endParaRPr lang="en-US" altLang="zh-CN" sz="2000" dirty="0"/>
          </a:p>
          <a:p>
            <a:pPr marL="0" indent="0">
              <a:buNone/>
            </a:pPr>
            <a:r>
              <a:rPr lang="en-US" altLang="zh-CN" sz="2000" dirty="0"/>
              <a:t>3: The Level node is instantiated with a list of its Sublevels (by name). When a Sublevel is requested, it will first load Sublevel data from res://LCS/Sublevels/&lt;sublevelname&gt;.sblsave and then instantiating that Sublevel node. The other Sublevel nodes will not be removed.</a:t>
            </a:r>
          </a:p>
          <a:p>
            <a:pPr marL="0" indent="0">
              <a:buNone/>
            </a:pPr>
            <a:endParaRPr lang="en-US" altLang="zh-CN" sz="2000" dirty="0"/>
          </a:p>
          <a:p>
            <a:pPr marL="0" indent="0">
              <a:buNone/>
            </a:pPr>
            <a:r>
              <a:rPr lang="en-US" altLang="zh-CN" sz="2000" dirty="0"/>
              <a:t>4: The Sublevel node is thus instantiated. It will hold a list of all the map scenes it needs to have, and will load the requested map scene. If player goes from one map to another within this Sublevel, the Sublevel node will have corresponding method for doing that.</a:t>
            </a:r>
          </a:p>
        </p:txBody>
      </p:sp>
    </p:spTree>
    <p:extLst>
      <p:ext uri="{BB962C8B-B14F-4D97-AF65-F5344CB8AC3E}">
        <p14:creationId xmlns:p14="http://schemas.microsoft.com/office/powerpoint/2010/main" val="256652091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397</Words>
  <Application>Microsoft Office PowerPoint</Application>
  <PresentationFormat>宽屏</PresentationFormat>
  <Paragraphs>26</Paragraphs>
  <Slides>3</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vt:i4>
      </vt:variant>
    </vt:vector>
  </HeadingPairs>
  <TitlesOfParts>
    <vt:vector size="8" baseType="lpstr">
      <vt:lpstr>Adobe Fan Heiti Std B</vt:lpstr>
      <vt:lpstr>等线</vt:lpstr>
      <vt:lpstr>等线 Light</vt:lpstr>
      <vt:lpstr>Arial</vt:lpstr>
      <vt:lpstr>Office 主题​​</vt:lpstr>
      <vt:lpstr>PowerPoint 演示文稿</vt:lpstr>
      <vt:lpstr>The way LCS manages level sequence</vt:lpstr>
      <vt:lpstr>How does LCS load itself?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子枫 薛</dc:creator>
  <cp:lastModifiedBy>子枫 薛</cp:lastModifiedBy>
  <cp:revision>13</cp:revision>
  <dcterms:created xsi:type="dcterms:W3CDTF">2025-09-19T23:47:14Z</dcterms:created>
  <dcterms:modified xsi:type="dcterms:W3CDTF">2025-09-20T00:10:35Z</dcterms:modified>
</cp:coreProperties>
</file>